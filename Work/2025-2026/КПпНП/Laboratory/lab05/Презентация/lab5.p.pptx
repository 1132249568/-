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presProps" Target="presProps.xml"/>
  <Relationship Id="rId30" Type="http://schemas.openxmlformats.org/officeDocument/2006/relationships/viewProps" Target="viewProps.xml"/>
  <Relationship Id="rId3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127064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01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022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033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044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055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066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077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088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099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1010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1111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1212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1313.pn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1414.pn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1515.pn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1616.png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1717.png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1818.png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1919.pn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2020.png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2121.png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2222.png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2323.pn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2424.png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2525.pn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esentation-002626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65868"/>
          <a:ext cx="9144000" cy="6009368"/>
          <a:chOff x="0" y="865868"/>
          <a:chExt cx="9144000" cy="6009368"/>
        </a:xfrm>
      </p:grpSpPr>
      <p:pic>
        <p:nvPicPr>
          <p:cNvPr id="1" name="Slide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586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94">
  <a:themeElements>
    <a:clrScheme name="Theme9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4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26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2025-11-04T11:06:10Z</dcterms:created>
  <dcterms:modified xsi:type="dcterms:W3CDTF">2025-11-04T11:06:10Z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