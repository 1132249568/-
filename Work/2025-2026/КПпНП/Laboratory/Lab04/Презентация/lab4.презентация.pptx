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50315104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indent="-324900" algn="ctr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67525"/>
          <a:chOff x="0" y="9525"/>
          <a:chExt cx="9144000" cy="6867525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67525"/>
          <a:chOff x="0" y="9525"/>
          <a:chExt cx="9144000" cy="6867525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67525"/>
          <a:chOff x="0" y="9525"/>
          <a:chExt cx="9144000" cy="6867525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67525"/>
          <a:chOff x="0" y="9525"/>
          <a:chExt cx="9144000" cy="6867525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67525"/>
          <a:chOff x="0" y="9525"/>
          <a:chExt cx="9144000" cy="6867525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67525"/>
          <a:chOff x="0" y="9525"/>
          <a:chExt cx="9144000" cy="6867525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67525"/>
          <a:chOff x="0" y="9525"/>
          <a:chExt cx="9144000" cy="6867525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67525"/>
          <a:chOff x="0" y="9525"/>
          <a:chExt cx="9144000" cy="6867525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67525"/>
          <a:chOff x="0" y="9525"/>
          <a:chExt cx="9144000" cy="6867525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67525"/>
          <a:chOff x="0" y="9525"/>
          <a:chExt cx="9144000" cy="6867525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67525"/>
          <a:chOff x="0" y="9525"/>
          <a:chExt cx="9144000" cy="6867525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67525"/>
          <a:chOff x="0" y="9525"/>
          <a:chExt cx="9144000" cy="6867525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67525"/>
          <a:chOff x="0" y="9525"/>
          <a:chExt cx="9144000" cy="6867525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67525"/>
          <a:chOff x="0" y="9525"/>
          <a:chExt cx="9144000" cy="6867525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67525"/>
          <a:chOff x="0" y="9525"/>
          <a:chExt cx="9144000" cy="6867525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67525"/>
          <a:chOff x="0" y="9525"/>
          <a:chExt cx="9144000" cy="6867525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67525"/>
          <a:chOff x="0" y="9525"/>
          <a:chExt cx="9144000" cy="6867525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67525"/>
          <a:chOff x="0" y="9525"/>
          <a:chExt cx="9144000" cy="6867525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67525"/>
          <a:chOff x="0" y="9525"/>
          <a:chExt cx="9144000" cy="6867525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67525"/>
          <a:chOff x="0" y="9525"/>
          <a:chExt cx="9144000" cy="6867525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67525"/>
          <a:chOff x="0" y="9525"/>
          <a:chExt cx="9144000" cy="6867525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67525"/>
          <a:chOff x="0" y="9525"/>
          <a:chExt cx="9144000" cy="6867525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67525"/>
          <a:chOff x="0" y="9525"/>
          <a:chExt cx="9144000" cy="6867525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67525"/>
          <a:chOff x="0" y="9525"/>
          <a:chExt cx="9144000" cy="6867525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67525"/>
          <a:chOff x="0" y="9525"/>
          <a:chExt cx="9144000" cy="6867525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67525"/>
          <a:chOff x="0" y="9525"/>
          <a:chExt cx="9144000" cy="6867525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67525"/>
          <a:chOff x="0" y="9525"/>
          <a:chExt cx="9144000" cy="6867525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67525"/>
          <a:chOff x="0" y="9525"/>
          <a:chExt cx="9144000" cy="6867525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9525"/>
          <a:ext cx="9144000" cy="6867525"/>
          <a:chOff x="0" y="9525"/>
          <a:chExt cx="9144000" cy="6867525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65">
  <a:themeElements>
    <a:clrScheme name="Theme6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Экран (4:3)</PresentationFormat>
  <Paragraphs>0</Paragraphs>
  <Slides>29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0" baseType="lpstr">
      <vt:lpstr>Theme65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subject/>
  <dc:creator>Unknown Creator</dc:creator>
  <cp:keywords/>
  <dc:description/>
  <cp:lastModifiedBy>Пользователь</cp:lastModifiedBy>
  <cp:revision>1</cp:revision>
  <dcterms:created xsi:type="dcterms:W3CDTF">2025-10-24T09:40:31Z</dcterms:created>
  <dcterms:modified xsi:type="dcterms:W3CDTF">2025-10-24T09:41:11Z</dcterms:modified>
  <cp:category/>
</cp:coreProperties>
</file>